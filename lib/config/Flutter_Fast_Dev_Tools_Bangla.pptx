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51560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প্রয়োজনীয় টুলস, VS Code এক্সটেনশন, AI ইন্টিগ্রেশন ও রিকমেন্ডেশন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1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একটি সম্পূর্ণ গাইড  •  Bangla Edition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169164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Flutter SDK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19" y="4114800"/>
            <a:ext cx="169164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Dart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38" y="4114800"/>
            <a:ext cx="169164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VS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57" y="4114800"/>
            <a:ext cx="169164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AI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76" y="4114800"/>
            <a:ext cx="169164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JSON 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86995" y="4114800"/>
            <a:ext cx="169164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Flutter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5216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Flutter • Dart • VS Code • AI • CLI — সব এক জায়গায়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আজকের আলোচ্য বিষয়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১. ভূমিকা — দ্রুত ডেভেলপমেন্ট কেন জরুরি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২. Flutter SDK ও Dart — সেটআপ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৩. Flutter CLI — দরকারি কমান্ড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৪. VS Code সেটআপ ও শর্টকাট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৫. প্রয়োজনীয় VS Code এক্সটেনশন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৬. Format on Save ও ফরম্যাটিং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৭. JSON সেটিংস — settings.json ও launch.json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৮. AI ইন্টিগ্রেশন — Copilot, ChatGPT, Cursor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৯. স্টেট ম্যানেজমেন্ট ও কোড জেনারেশন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১০. টেস্টিং, ডিবাগিং ও পারফরম্যান্স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১১. আমার রিকমেন্ডেশন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১২. উপসংহার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১. ভূমিকা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কেন জরুরি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2926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ফ্লাটার দিয়ে এক কোডবেস থেকে Android, iOS, Web, Windows, macOS ও Linux-এর জন্য অ্যাপ তৈরি করা যায়।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শুধু ফ্লাটার জানা মানেই দ্রুত অ্যাপ বানানো নয় — সঠিক টুলস, এক্সটেনশন, সেটিংস ও AI সহায়তা দরকার।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সঠিক টুলচেইন ও অটোমেশন ব্যবহার করে একজন ডেভেলপার প্রতিদিনের ৪০-৫০% সময় বাঁচাতে পারেন।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10972800" cy="100584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1051560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মূল উদ্দেশ্য: কম সময়ে, কম বাগ নিয়ে, ভালো কোড কোয়ালিটি দিয়ে ফ্লাটার অ্যাপ তৈরি করা।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394960"/>
            <a:ext cx="265176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দ্রুততা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5394960"/>
            <a:ext cx="2651760" cy="50292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গোছানো কোড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394960"/>
            <a:ext cx="2651760" cy="50292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কম বাগ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5394960"/>
            <a:ext cx="2651760" cy="50292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প্রোডাক্টিভিটি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২. Flutter SDK ও Dart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ইনস্টলেশন ও সেটআপ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Flutter SDK-এর ভেতরে Dart বিল্ট-ইন থাকে — আলাদা Dart ইনস্টল করতে হয় না।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377440" cy="7772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3774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Windows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011680"/>
            <a:ext cx="8503920" cy="77724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011680"/>
            <a:ext cx="83210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flutter.dev থেকে ZIP ডাউনলোড ও এক্সট্র্যাক্ট, অথবা winget install Flutter.Flutter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98648"/>
            <a:ext cx="2377440" cy="7772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98648"/>
            <a:ext cx="23774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macOS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898648"/>
            <a:ext cx="8503920" cy="77724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98648"/>
            <a:ext cx="83210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brew install --cask flutter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85616"/>
            <a:ext cx="2377440" cy="7772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85616"/>
            <a:ext cx="23774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Linux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785616"/>
            <a:ext cx="8503920" cy="77724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785616"/>
            <a:ext cx="83210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ZIP ডাউনলোড করে tar এক্সট্র্যাক্ট, PATH-এ যোগ, অথবা snap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72584"/>
            <a:ext cx="2377440" cy="7772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72584"/>
            <a:ext cx="23774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FVM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672584"/>
            <a:ext cx="8503920" cy="77724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672584"/>
            <a:ext cx="832104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একাধিক Flutter ভার্সন ম্যানেজ — প্রতি প্রজেক্টে আলাদা ভার্সন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ইনস্টলের পর চেক করুন: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43600"/>
            <a:ext cx="4572000" cy="502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680" y="6019800"/>
            <a:ext cx="436880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doctor -v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989320"/>
            <a:ext cx="64008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টিপস: FVM দিয়ে টিমে একই Flutter ভার্সন রাখুন — কনফ্লিক্ট হবে না।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৩. Flutter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সবচেয়ে দরকারি কমান্ড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প্রজেক্ট ও রান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1680" y="1859280"/>
            <a:ext cx="5283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create my_app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run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run -d chrome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run -d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বিল্ড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303520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0960" y="1859280"/>
            <a:ext cx="51003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build apk --release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build appbundle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build web --release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build 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প্যাকেজ ম্যানেজমেন্ট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680" y="4282440"/>
            <a:ext cx="528320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pub get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pub add provider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pub add --dev build_runner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pub upgrade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pub outdated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9476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কোড জেনারেশন, ক্লিন, টেস্ট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206240"/>
            <a:ext cx="5303520" cy="1828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0960" y="4282440"/>
            <a:ext cx="510032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dart run build_runner watch -d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clean &amp;&amp; flutter pub get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test --coverage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analyze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flutter devices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৪. VS Code সেটআপ ও শর্টকাট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প্রথমে যা যা ইনস্টল করুন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VS Code এডিটর  +  Flutter এক্সটেনশন (Dart অটো ইনস্টল হবে)  +  Command Palette থেকে 'Flutter: New Project'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6280" y="2286000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Ctrl +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286000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Quick Fix / Refactor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286000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Ctrl + Shift + 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286000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Command Palette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286000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1480" y="2286000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Ctrl + Shift +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286000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প্রজেক্ট সার্চ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44368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280" y="2944368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Ctrl + 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44368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ফাইল দ্রুত খোলা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944368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3880" y="2944368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Ctrl + `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944368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টার্মিনাল টগল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2944368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1480" y="2944368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F5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944368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অ্যাপ রান ও ডিবাগ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02736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280" y="3602736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F12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602736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Go to Definition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602736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3880" y="3602736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Shift + F12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3602736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Find References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3602736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1480" y="3602736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Ctrl + 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602736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একই শব্দ সিলেক্ট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261104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" y="4261104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Alt + Up/Down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4261104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লাইন সরানো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261104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3880" y="4261104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Ctrl + Shift + 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261104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Flutter Reload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4261104"/>
            <a:ext cx="3657600" cy="56692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1480" y="4261104"/>
            <a:ext cx="1554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2579B"/>
                </a:solidFill>
                <a:latin typeface="Consolas"/>
                <a:cs typeface="Consolas"/>
                <a:ea typeface="Consolas"/>
              </a:rPr>
              <a:t>Ctrl + Shift + 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4261104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Flutter Restart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943600"/>
            <a:ext cx="10972800" cy="68580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943600"/>
            <a:ext cx="105156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Hot Reload (r) শুধু UI পরিবর্তনে, Hot Restart (R) পুরো অ্যাপ স্টেট রিসেট করে আবার চালু করে।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৫. VS Code এক্সটেনশন (১)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অবশ্যই ইনস্টল করবেন — Must Have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64592" cy="841248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30680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Flutter (Dart-DSX)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106070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অফিসিয়াল — সিনট্যাক্স, কমপ্লিশন, ডিবাগিং, হট রিলোড, উইজেট রিফ্যাক্টর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87168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87168"/>
            <a:ext cx="164592" cy="841248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3368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Dart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71216"/>
            <a:ext cx="106070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Dart ভাষার সাপোর্ট — অ্যানালাইজার ও ফরম্যাটার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19856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419856"/>
            <a:ext cx="164592" cy="841248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96056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Dart Data Class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03904"/>
            <a:ext cx="106070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constructor, fromJson, toJson, copyWith অটো জেনারেট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52544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352544"/>
            <a:ext cx="164592" cy="841248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28744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Pubspec Assist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36592"/>
            <a:ext cx="106070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pubspec.yaml-এ প্যাকেজ অটোকমপ্লিট ও ভার্সন সাজেশন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85232"/>
            <a:ext cx="109728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285232"/>
            <a:ext cx="164592" cy="841248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61432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Flutter Stylizer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6070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উইজেট ট্রি সুন্দরভাবে সাজাতে সাহায্য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৫. VS Code এক্সটেনশন (২)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প্রোডাক্টিভিটি বাড়ানো টুলস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20440" cy="11887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1680" y="163068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Error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680" y="1965960"/>
            <a:ext cx="33832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ইনলাইনে এরর ও ওয়ার্নিং দেখায়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520440" cy="11887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9280" y="163068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Material Icon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9280" y="1965960"/>
            <a:ext cx="33832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ফাইল/ফোল্ডারে সুন্দর আইকন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554480"/>
            <a:ext cx="3520440" cy="11887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56880" y="163068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Bracket Pair Colorizer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6880" y="1965960"/>
            <a:ext cx="33832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ব্র্যাকেট জোড়া রঙিন — নেস্টিং সহজ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80360"/>
            <a:ext cx="3520440" cy="11887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680" y="295656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TODO Highlight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680" y="3291840"/>
            <a:ext cx="33832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TODO/FIXME হাইলাইট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880360"/>
            <a:ext cx="3520440" cy="11887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9280" y="295656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Better Comments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9280" y="3291840"/>
            <a:ext cx="33832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কমেন্টে রঙ ও ক্যাটাগরি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880360"/>
            <a:ext cx="3520440" cy="11887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6880" y="295656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Paste JSON as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6880" y="3291840"/>
            <a:ext cx="33832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JSON থেকে Dart মডেল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206240"/>
            <a:ext cx="3520440" cy="11887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680" y="428244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Thunder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680" y="4617720"/>
            <a:ext cx="33832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VS Code-এই API টেস্ট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206240"/>
            <a:ext cx="3520440" cy="11887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9280" y="428244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GitLens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9280" y="4617720"/>
            <a:ext cx="33832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Git হিস্ট্রি ও ব্লেইম ইনলাইন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4206240"/>
            <a:ext cx="3520440" cy="11887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56880" y="4282440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Live 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6880" y="4617720"/>
            <a:ext cx="33832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রিয়েল-টাইম কোলাবোরেশন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৬. Format on 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কোড অটোমেটিক সুন্দরভাবে সাজানো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ফাইল সেভ করার সময় dart format দিয়ে কোড অটো সাজানো হয় — ইনডেন্ট, স্পেসিং, ব্র্যাকেট সব গোছানো থাকে।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6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চালু করুন: Settings → 'format on save' সার্চ → চেক করুন, অথবা settings.json-এ যোগ করুন।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settings.json-এ যোগ করুন: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6858000" cy="20116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1680" y="2956560"/>
            <a:ext cx="6654800" cy="185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"editor.formatOnSave":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"editor.formatOnType":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"[dart]": {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"editor.formatOnSave":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"editor.defaultFormatter":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"Dart-Code.dart-code"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3931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CLI দিয়ে ফরম্যাট: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880360"/>
            <a:ext cx="3840480" cy="12801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4000" y="2956560"/>
            <a:ext cx="3637280" cy="112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dart format .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dart format lib/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dart format \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--line-length 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389120"/>
            <a:ext cx="3840480" cy="155448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480560"/>
            <a:ext cx="356616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বেস্ট প্র্যাকটিস: প্রতি কমিটের আগে 'dart format .' চালান বা Format on Save চালু রাখুন।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6858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লাইন লেংথ: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86400"/>
            <a:ext cx="6858000" cy="7315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680" y="5562600"/>
            <a:ext cx="665480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"dart.lineLength": 80,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"[dart]": { "editor.rulers": [80]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৭. JSON সেটিংস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settings.json — সম্পূর্ণ কনফিগ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42062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1680" y="1493520"/>
            <a:ext cx="10769600" cy="405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"editor.formatOnSave":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"editor.codeActionsOnSave": {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"source.fixAll": "explicit",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"source.organizeImports": "explicit"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},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"editor.fontFamily": "Fira Code, Consolas",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"editor.fontLigatures":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"editor.bracketPairColorization.enabled":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"editor.stickyScroll.enabled":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"dart.lineLength": 80,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"dart.previewFlutterUiGuides":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"dart.updateImportsOnRename":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"dart.completeFunctionCalls":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"files.autoSave": "onFocusChange",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"files.trimTrailingWhitespace":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"search.exclude": {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"**/*.g.dart":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"**/*.freezed.dart":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"**/build": true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},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"[dart]": {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"editor.formatOnSave": true,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"editor.defaultFormatter": "Dart-Code.dart-code",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"editor.rulers": [80]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}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760720"/>
            <a:ext cx="10972800" cy="86868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5156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Flutter UI Guides (dart.previewFlutterUiGuides) চালু করলে উইজেট নেস্টিং লাইন দিয়ে দেখায় — গভীর উইজেট ট্রি বুঝতে জীবন বাঁচায়।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৭. JSON সেটিংস (চলমান)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launch.json ও tasks.json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launch.json — ডিবাগ কনফিগ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486400" cy="4023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1680" y="1859280"/>
            <a:ext cx="5283200" cy="387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"version": "0.2.0",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"configurations": [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{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"name": "Flutter (debug)",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"request": "launch",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"type": "dart",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"flutterMode": "debug"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},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{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"name": "Flutter (profile)",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"request": "launch",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"type": "dart",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"flutterMode": "profile"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},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{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"name": "Flutter (release)",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"request": "launch",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"type": "dart",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"flutterMode": "release"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]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tasks.json — শর্টকাট কমান্ড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303520" cy="2743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0960" y="1859280"/>
            <a:ext cx="5100320" cy="25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"version": "2.0.0",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"tasks": [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{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"label": "build_runner watch",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"type": "shell",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"command": "dart run build_runner watch -d",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"isBackground": true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},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{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"label": "clean &amp; get",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"type": "shell",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  "command": "flutter clean &amp;&amp; flutter pub get"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  ]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709160"/>
            <a:ext cx="5303520" cy="114300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754880"/>
            <a:ext cx="502920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টিপস: *.g.dart ও *.freezed.dart ফাইল সার্চ থেকে বাদ দিন — এগুলো অটো-জেনারেটেড, এডিট করা যায় না।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৮. AI ইন্টিগ্রেশন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Copilot, ChatGPT, Cursor ও অন্যান্য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12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212080" cy="4572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1680" y="1463040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GitHub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680" y="1965960"/>
            <a:ext cx="5074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সবচেয়ে পপুলার — কমেন্ট থেকে কোড, চ্যাট, রিফ্যাক্টর। মাসে ~$10, ছাত্র/ওপেন সোর্সে ফ্রি।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212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5212080" cy="4572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6640" y="1463040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Cursor 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6640" y="1965960"/>
            <a:ext cx="5074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VS Code-এর AI ফোর্ক — পুরো কোডবেস বোঝে। Cmd+K ইনলাইন জেনারেট, Cmd+L চ্যাট।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5212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5212080" cy="4572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680" y="2971800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ChatGPT (web)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680" y="3474720"/>
            <a:ext cx="5074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ফ্রি — প্রশ্ন করুন, কোড জেনারেট, বাগ বুঝিয়ে নিন। বড় কন্টেক্সটে Claude/Gemini।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971800"/>
            <a:ext cx="5212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971800"/>
            <a:ext cx="5212080" cy="4572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6640" y="2971800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Codeium / Tabnine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6640" y="3474720"/>
            <a:ext cx="50749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ফ্রি AI কোড কমপ্লিশন — Copilot-এর বিকল্প। Bito, CodeGPT-ও ভালো।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AI দিয়ে দ্রুত কোডিং — উদাহরণ প্রম্পট: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680" y="5105400"/>
            <a:ext cx="10769600" cy="112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"User নামে data class বানাও — id, name, email সহ json_serializable দিয়ে।"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"একটি reusable CustomButton উইজেট বানাও — loading state সাপোর্ট সহ।"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DCDCDC"/>
                </a:solidFill>
                <a:latin typeface="Consolas"/>
                <a:cs typeface="Consolas"/>
                <a:ea typeface="Consolas"/>
              </a:rPr>
              <a:t>"এই 300 লাইনের build() মেথডটিকে ছোট উইজেটে ভাগ করো।"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B00000"/>
                </a:solidFill>
                <a:latin typeface="Lohit Bengali"/>
                <a:cs typeface="Lohit Bengali"/>
                <a:ea typeface="Lohit Bengali"/>
              </a:rPr>
              <a:t>সতর্কতা: AI-এর কোড সবসময় ঠিক নয় — রিভিউ ও টেস্ট করে তারপর ব্যবহার করুন।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৯. স্টেট ম্যানেজমেন্ট ও কোড জেনারেশন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ও গোছানো কোডিং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স্টেট ম্যানেজমেন্ট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486400" cy="65836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011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83080"/>
            <a:ext cx="32004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সহজ, ছোট-মাঝারি অ্যাপের জন্য সেরা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32888"/>
            <a:ext cx="5486400" cy="65836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2011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Riverpod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32888"/>
            <a:ext cx="32004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আধুনিক, টাইপ-সেফ, বড় প্রজেক্টে আদর্শ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82696"/>
            <a:ext cx="5486400" cy="65836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82696"/>
            <a:ext cx="2011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Bloc / Cubit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82696"/>
            <a:ext cx="32004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ইভেন্ট-ড্রিভেন, এন্টারপ্রাইজ অ্যাপে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32504"/>
            <a:ext cx="5486400" cy="65836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32504"/>
            <a:ext cx="201168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GetX / MobX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032504"/>
            <a:ext cx="320040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দ্রুত কোডিং / রিঅ্যাকটিভ বিকল্প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কোড জেনারেশন টুলস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783080"/>
            <a:ext cx="530352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783080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json_serializable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783080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JSON থেকে টাইপ-সেফ মডেল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350008"/>
            <a:ext cx="530352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50008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freezed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350008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immutable ক্লাস, copyWith, union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916936"/>
            <a:ext cx="530352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916936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build_runner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916936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জেনারেটর ইঞ্জিন, watch মোড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483864"/>
            <a:ext cx="530352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483864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mason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483864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কাস্টম কোড টেমপ্লেট/ব্রিক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050792"/>
            <a:ext cx="530352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050792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very_good_cli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050792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প্রোডাকশন-রেডি স্ট্রাকচার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617720"/>
            <a:ext cx="5303520" cy="50292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617720"/>
            <a:ext cx="2377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flutter_gen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617720"/>
            <a:ext cx="26517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অ্যাসেট টাইপ-সেফ ব্যবহার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120640"/>
            <a:ext cx="10972800" cy="1463040"/>
          </a:xfrm>
          <a:prstGeom prst="rect">
            <a:avLst/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212080"/>
            <a:ext cx="10515600" cy="1280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02579B"/>
                </a:solidFill>
                <a:latin typeface="Lohit Bengali"/>
                <a:cs typeface="Lohit Bengali"/>
                <a:ea typeface="Lohit Bengali"/>
              </a:rPr>
              <a:t>দ্রুত উইজেট স্ক্যাফোল্ডিং: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stless + Tab → StatelessWidget স্ক্যাফোল্ড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stful + Tab → StatefulWidget স্ক্যাফোল্ড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stanim + Tab → StatefulWidget + SingleTickerProviderStateMixin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১০. টেস্টিং, ডিবাগিং ও পারফরম্যান্স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কোয়ালিটি নিশ্চিত করুন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20440" cy="5486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5204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টেস্টিং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520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1680" y="2194560"/>
            <a:ext cx="3383280" cy="2560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flutter test — ইউনিট ও উইজেট টেস্ট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flutter test --coverage — কভারেজ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mocktail / mockito — মক অবজেক্ট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integration_test — এন্ড-টু-এন্ড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3520440" cy="54864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54480"/>
            <a:ext cx="35204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ডিবাগিং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03120"/>
            <a:ext cx="3520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138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6440" y="2194560"/>
            <a:ext cx="3383280" cy="2560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Flutter DevTools — পারফরম্যান্স/মেমোরি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Breakpoints, Watch, Call Stack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flutter logs — রানিং লগ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Widget Inspector — উইজেট ট্রি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520440" cy="54864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5204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পারফরম্যান্স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520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2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200" y="2194560"/>
            <a:ext cx="3383280" cy="2560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flutter run --profile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Performance Overlay — FPS/GPU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const উইজেট — রিবিল্ড কম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• Rive / Lottie — হালকা অ্যানিমেশন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51560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400" b="1" i="0">
                <a:solidFill>
                  <a:srgbClr val="138867"/>
                </a:solidFill>
                <a:latin typeface="Lohit Bengali"/>
                <a:cs typeface="Lohit Bengali"/>
                <a:ea typeface="Lohit Bengali"/>
              </a:rPr>
              <a:t>প্রতিদিনের অভ্যাস: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dart format . + flutter analyze চালান • উইজেট ছোট রাখুন • const ব্যবহার করুন • পিরিয়ডিক্যালি Hot Restart দিন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14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১১. আমার রিকমেন্ডেশন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My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926080" cy="603504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92608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এডিটর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417320"/>
            <a:ext cx="8001000" cy="603504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417320"/>
            <a:ext cx="777240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VS Code (ফ্লাটারের জন্য সেরা); বড় প্রজেক্টে AI-এর জন্য Cursor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93976"/>
            <a:ext cx="2926080" cy="603504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93976"/>
            <a:ext cx="292608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Flutter ভার্সন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2093976"/>
            <a:ext cx="8001000" cy="603504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093976"/>
            <a:ext cx="777240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FVM দিয়ে ম্যানেজ করুন — টিমে একই ভার্সন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70632"/>
            <a:ext cx="2926080" cy="603504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70632"/>
            <a:ext cx="292608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এক্সটেনশন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770632"/>
            <a:ext cx="8001000" cy="603504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770632"/>
            <a:ext cx="777240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Flutter+Dart, Error Lens, Dart Data Class, GitLens, Thunder 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47288"/>
            <a:ext cx="2926080" cy="603504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47288"/>
            <a:ext cx="292608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AI টুলস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3447288"/>
            <a:ext cx="8001000" cy="603504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3447288"/>
            <a:ext cx="777240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বাজেট থাকলে Copilot; ফ্রি চাইলে Cursor/Codeium + ChatGPT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23944"/>
            <a:ext cx="2926080" cy="603504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23944"/>
            <a:ext cx="292608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স্টেট ম্যানেজমেন্ট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4123944"/>
            <a:ext cx="8001000" cy="603504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4123944"/>
            <a:ext cx="777240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ছোট: Provider • মাঝারি-বড়: Riverpod • এন্টারপ্রাইজ: Bloc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00600"/>
            <a:ext cx="2926080" cy="603504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292608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কোড জেনারেশন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4800600"/>
            <a:ext cx="8001000" cy="603504"/>
          </a:xfrm>
          <a:prstGeom prst="rect">
            <a:avLst/>
          </a:prstGeom>
          <a:solidFill>
            <a:srgbClr val="E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4800600"/>
            <a:ext cx="777240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json_serializable + freezed + mason + very_good_cli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477256"/>
            <a:ext cx="2926080" cy="603504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77256"/>
            <a:ext cx="292608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কোডিং অভ্যাস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5477256"/>
            <a:ext cx="8001000" cy="603504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5477256"/>
            <a:ext cx="7772400" cy="6035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  <a:latin typeface="Lohit Bengali"/>
                <a:cs typeface="Lohit Bengali"/>
                <a:ea typeface="Lohit Bengali"/>
              </a:rPr>
              <a:t>dart format + analyze • ছোট উইজেট • const • Hot Reload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দ্রুত ফ্লাটার ডেভেলপমেন্ট টুলস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Lohit Bengali"/>
                <a:cs typeface="Lohit Bengali"/>
                <a:ea typeface="Lohit Bengali"/>
              </a:rPr>
              <a:t>15 / 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263640"/>
            <a:ext cx="10972800" cy="50292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263640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টপ পিক স্ট্যাক: VS Code + Flutter/Dart + Format on Save + Riverpod + freezed + json_serializable + Copilot + FVM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025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১২. উপসংহার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3200400" cy="73152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515600" cy="2926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700" b="0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ফ্লাটার ডেভেলপমেন্ট দ্রুত করার রহস্য কোনো একক টুলে নয় — সঠিক টুলস, সেটিংস ও ভালো অভ্যাসের সমন্বয়।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/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700" b="0" i="0">
                <a:solidFill>
                  <a:srgbClr val="E8F1FB"/>
                </a:solidFill>
                <a:latin typeface="Lohit Bengali"/>
                <a:cs typeface="Lohit Bengali"/>
                <a:ea typeface="Lohit Bengali"/>
              </a:rPr>
              <a:t>VS Code + Flutter এক্সটেনশন ভিত্তি, settings.json দিয়ে অপ্টিমাইজ, Format on Save চালু, AI দিয়ে বয়লারপ্লেট কমান, CLI দিয়ে অটোমেট করুন।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/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700" b="0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সব টুলস একসাথে লাগবে না — প্রজেক্টের সাইজ ও টিম অনুযায়ী বেছে নিন। AI ব্যবহার করুন, কিন্তু কোড বুঝে নেওয়া বন্ধ করবেন না।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120640"/>
            <a:ext cx="2926080" cy="54864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Happy Fluttering!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5120640"/>
            <a:ext cx="2926080" cy="548640"/>
          </a:xfrm>
          <a:prstGeom prst="rect">
            <a:avLst/>
          </a:prstGeom>
          <a:solidFill>
            <a:srgbClr val="138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🚀 শুভকামনা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Lohit Bengali"/>
                <a:cs typeface="Lohit Bengali"/>
                <a:ea typeface="Lohit Bengali"/>
              </a:rPr>
              <a:t>— ধন্যবাদ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