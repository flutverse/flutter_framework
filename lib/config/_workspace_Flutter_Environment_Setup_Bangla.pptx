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Flutter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পূর্ণাঙ্গ এনভায়রনমেন্ট সেটআপ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ক্লিক-বাই-ক্লিক সেটআপ গাইড  •  Click-by-Click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Windows • macOS • Linux • Android • iOS • 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182880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1.A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4572000"/>
            <a:ext cx="182880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1.B MultiBoot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572000"/>
            <a:ext cx="182880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1.C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4572000"/>
            <a:ext cx="182880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1.D 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572000"/>
            <a:ext cx="182880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1.E Android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166360"/>
            <a:ext cx="182880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1.F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5166360"/>
            <a:ext cx="182880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1.G macOS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5166360"/>
            <a:ext cx="182880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1.H 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5166360"/>
            <a:ext cx="182880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1.I Linux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5166360"/>
            <a:ext cx="182880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2.A-D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Bangla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সূচি — ক্লিক-বাই-ক্লিক ধাপ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পর্ব ১ — এনভায়রনমেন্ট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1.A — সিস্টেম রিকয়ারমেন্ট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1.B — মাল্টি বুট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1.C — কোর সেটআপ (Git, SDK, VS Code)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1.D — ওয়েব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1.E — অ্যান্ড্রয়েড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1.F — উইন্ডোজ ডেস্কটপ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1.I — Linux ডেস্কটপ সেটআপ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6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পর্ব ২ — ফ্লাটার প্রজেক্ট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1.G — macOS ডেস্কটপ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1.H — iOS সেটআপ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2.A — প্রজেক্ট তৈরি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2.B — ফাইল স্ট্রাকচার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2.C — অ্যাপ এন্ট্রি পয়েন্ট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2.D — উইজেট স্টেট লাইফসাইকেল</a:t>
            </a:r>
          </a:p>
          <a:p>
            <a:pPr algn="l">
              <a:lnSpc>
                <a:spcPct val="160000"/>
              </a:lnSpc>
              <a:spcAft>
                <a:spcPts val="300"/>
              </a:spcAft>
            </a:pPr>
            <a:r>
              <a:rPr sz="14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যাচাই — flutter doctor চেকলিস্ট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পর্ব 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এনভায়রনমেন্ট সেটআপ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1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Environment Setup — 9 ধাপ (A থেকে 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সিস্টেম রিকয়ারমেন্ট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Windows • macOS • Linux — ন্যূনতম স্পেকস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20440" cy="64008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520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Windows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640" y="2286000"/>
            <a:ext cx="3337560" cy="2194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Windows 10/11 (64-bit)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RAM: 8 GB (16 GB সুপারিশকৃত)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15 GB+ ফাঁকা SSD স্পেস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20440" cy="64008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3520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6120" y="2286000"/>
            <a:ext cx="3337560" cy="2194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macOS 13 (Ventura) বা নতুন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Apple Silicon M1/M2/M3 বা Intel i5/i7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RAM: 8 GB (16 GB সুপারিশকৃত)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25 GB+ ফাঁকা SSD স্পেস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520440" cy="64008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54480"/>
            <a:ext cx="3520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Linux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286000"/>
            <a:ext cx="3337560" cy="2194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Ubuntu 22.04 LTS (64-bit)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RAM: 8 GB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15 GB+ ফাঁকা SSD স্পেস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11155680" cy="91440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240" y="5262880"/>
            <a:ext cx="10952480" cy="812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সুপারিশ: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প্রোডাকশন ও এমুলেটর মূলত স্মুথ চালাতে 16 GB RAM ও SSD রাখলে সেরা পারফরম্যান্স পাবেন।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মাল্টি বুট সেটআপ (১/২)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পার্টিশন প্ল্যান — 512 GB SSD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একই পিসিতে ৩টি OS (Windows + macOS + Linux) চালানোর পার্টিশন প্ল্যান: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2011680"/>
            <a:ext cx="2743200" cy="4572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011680"/>
            <a:ext cx="3657600" cy="4572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পার্টিশন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2743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সাইজ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01168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ফাইল সিস্টেম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45720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2468880"/>
            <a:ext cx="27432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468880"/>
            <a:ext cx="36576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468880"/>
            <a:ext cx="109728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468880"/>
            <a:ext cx="43891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EFI Partition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6888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500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68880"/>
            <a:ext cx="3474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FAT32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17520"/>
            <a:ext cx="457200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0" y="3017520"/>
            <a:ext cx="274320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017520"/>
            <a:ext cx="365760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017520"/>
            <a:ext cx="109728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017520"/>
            <a:ext cx="43891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Windows Partition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1752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150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017520"/>
            <a:ext cx="3474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NTFS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66160"/>
            <a:ext cx="45720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3566160"/>
            <a:ext cx="27432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566160"/>
            <a:ext cx="36576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566160"/>
            <a:ext cx="109728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43891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macOS Partition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56616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200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566160"/>
            <a:ext cx="3474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APFS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114800"/>
            <a:ext cx="457200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114800"/>
            <a:ext cx="274320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4114800"/>
            <a:ext cx="365760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114800"/>
            <a:ext cx="109728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114800"/>
            <a:ext cx="43891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Linux Partition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11480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100 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114800"/>
            <a:ext cx="3474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ext4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663440"/>
            <a:ext cx="45720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12080" y="4663440"/>
            <a:ext cx="27432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79" y="4663440"/>
            <a:ext cx="3657600" cy="50292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4663440"/>
            <a:ext cx="109728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663440"/>
            <a:ext cx="43891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Swap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466344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8–16 GB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4663440"/>
            <a:ext cx="3474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nsolas"/>
                <a:cs typeface="Consolas"/>
                <a:ea typeface="Consolas"/>
              </a:rPr>
              <a:t>swap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ইনস্টলেশন ক্রম: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52160"/>
            <a:ext cx="109728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1. প্রথমে Windows ইনস্টল করুন  →  2. তারপর macOS (OpenCore Hackintosh/Native)  →  3. শেষে Linux (Ubuntu) — / mount point সহ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মাল্টি বুট সেটআপ (২/২)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OpenCore Triple Boot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685800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config.plist ফাইলটি এডিটরে খুলুন।</a:t>
            </a:r>
          </a:p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5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যান: Misc → Security → ScanPolicy</a:t>
            </a:r>
          </a:p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মান 0 সেট করুন ও সেভ করুন।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554480"/>
            <a:ext cx="3931920" cy="228600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91640"/>
            <a:ext cx="365760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ফলাফল: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OpenCore Boot Picker স্ক্রিনেই Windows (bootmgfw.efi), Linux (grubx64.efi) ও macOS একত্রে দেখা যাবে।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685800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6583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config.plist পাথ: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6583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4EC9B0"/>
                </a:solidFill>
                <a:latin typeface="Consolas"/>
                <a:cs typeface="Consolas"/>
                <a:ea typeface="Consolas"/>
              </a:rPr>
              <a:t>Misc
 └── Security
      └── ScanPolicy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60720"/>
            <a:ext cx="11155680" cy="82296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680" y="5811520"/>
            <a:ext cx="10952480" cy="721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B00000"/>
                </a:solidFill>
                <a:latin typeface="Lohit Bengali"/>
                <a:cs typeface="Lohit Bengali"/>
                <a:ea typeface="Lohit Bengali"/>
              </a:rPr>
              <a:t>⚠️ সতর্কতা: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Hackintosh সেটআপ হার্ডওয়্যারভেদে ভিন্ন হয় — আপনার মাদারবোর্ড/CPU অনুযায়ী OpenCore গাইড অনুসরণ করুন।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কোর সেটআপ —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সকল প্ল্যাটফর্মের জন্য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Windows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21208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git-scm.com ওয়েবসাইটে যান।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“Download for Windows” ক্লিক করুন।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.exe ফাইলে ডাবল-ক্লিক → Next → Next → Finish।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macOS / 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Linux: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606040"/>
            <a:ext cx="512064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3840" y="2682240"/>
            <a:ext cx="49174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apt install git -y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macOS: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611880"/>
            <a:ext cx="512064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3840" y="3688080"/>
            <a:ext cx="49174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xcode-select --install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5120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পপআপে Install ক্লিক → লাইসেন্স মেনে নিন।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11155680" cy="82296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680" y="4714240"/>
            <a:ext cx="10952480" cy="721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যাচাই: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যাচাই: টার্মিনালে git --version চালান — ভার্সন নম্বর দেখালে Git রেডি।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কোর সেটআপ — Flutter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SDK ডাউনলোড ও পাথ সেট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SDK ডাউনলোড ও এক্সট্র্যাক্ট: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1645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flutter.dev ওয়েবসাইটে যান।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“Get started” → OS সিলেক্ট করুন → SDK ZIP ডাউনলোড করুন।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ZIP এক্সট্র্যাক্ট করুন — Windows: C:\src\flutter | Mac/Linux: ~/development/flutter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Path সেট — Windows: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0"/>
            <a:ext cx="5486400" cy="502920"/>
          </a:xfrm>
          <a:prstGeom prst="rect">
            <a:avLst/>
          </a:prstGeom>
          <a:solidFill>
            <a:srgbClr val="FB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52120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System → Environment Variables → Path → Edit → New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548640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680" y="4693920"/>
            <a:ext cx="528320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C:\src\flutter\bin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OK → OK → OK → নতুন টার্মিনাল খুলুন।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Path সেট — macOS / Linux: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23360"/>
            <a:ext cx="5303520" cy="685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0960" y="4099560"/>
            <a:ext cx="510032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export PATH="$HOME/development/flutter/bin:$PATH"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~/.zshrc বা ~/.bashrc-এ যোগ করুন, তারপর: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5166360"/>
            <a:ext cx="530352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0960" y="5242560"/>
            <a:ext cx="5100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source ~/.zshrc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52160"/>
            <a:ext cx="11155680" cy="77724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680" y="5902960"/>
            <a:ext cx="10952480" cy="675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যাচাই: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যাচাই: flutter --version চালান — ভার্সন নম্বর দেখালে SDK ঠিক আছে।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কোর সেটআপ — VS Code ও এক্সটেনশন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+ Dart এক্সটেনশন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31520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code.visualstudio.com থেকে VS Code ডাউনলোড ও ইনস্টল করুন।</a:t>
            </a:r>
          </a:p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VS Code খুলুন।</a:t>
            </a:r>
          </a:p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5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Extensions প্যানেল খুলুন: Ctrl + Shift + X</a:t>
            </a:r>
          </a:p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সার্চ বক্সে “Flutter” লিখুন → Flutter (Dart-DSX) → Install ক্লিক।</a:t>
            </a:r>
          </a:p>
          <a:p>
            <a:pPr>
              <a:lnSpc>
                <a:spcPct val="16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যাচাই: “Dart” সার্চ করে অটো ইনস্টল হয়েছে কি না দেখুন।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554480"/>
            <a:ext cx="3566160" cy="18288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শর্টকাট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148840"/>
            <a:ext cx="3017520" cy="64008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3017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Ctrl + Shift +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34640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i="0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→ Extensions প্যানেল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60720"/>
            <a:ext cx="11155680" cy="77724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680" y="5811520"/>
            <a:ext cx="10952480" cy="675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💡 টিপস: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 এক্সটেনশন Dart-ও অটো ইনস্টল করে — দুটো আলাদা করে মেলাতে হয় না।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ওয়েব সেটআপ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ব্রাউজারে ফ্লাটার অ্যাপ টেস্ট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Google Chrome ইনস্টল করুন (google.com/chrome)।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টার্মিনাল / CMD খুলুন ও চালান: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64008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2819400"/>
            <a:ext cx="6197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config --enable-web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ডিভাইস তালিকা দেখুন: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64008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680" y="3916680"/>
            <a:ext cx="6197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554480"/>
            <a:ext cx="4297680" cy="283464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691640"/>
            <a:ext cx="3931920" cy="2560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প্রত্যাশিত ফলাফল: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ডিভাইস তালিকায় দেখাবে: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Chrome (web) — web-javascript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29200"/>
            <a:ext cx="11155680" cy="82296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680" y="5080000"/>
            <a:ext cx="10952480" cy="721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💡 রান: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রান করতে: flutter run -d chrome — অ্যাপ Chrome-এ খুলবে।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অ্যান্ড্রয়েড সেটআপ (১/৩)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Android Studio ও SDK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Android Studio ইনস্টল: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developer.android.com/studio-এ যান → “Download Android Studio” ক্লিক করুন।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ইনস্টলার চালান → ডিফল্ট অপশনে Next → Next → Finish।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প্রথমবার খুললে “Standard” সেটআপ সিলেক্ট করে Finish — SDK ডাউনলোড হবে।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SDK Command-line Tools: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731520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Android Studio খুলুন।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3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Settings (Gear ⚙) → Languages &amp; Frameworks → Android SDK → SDK Tools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“Android SDK Command-line Tools (latest)” চেকমার্ক করুন।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3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3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Apply ক্লিক করুন → OK।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86200"/>
            <a:ext cx="3566160" cy="2011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2918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নেভিগেশন পাথ: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43400"/>
            <a:ext cx="32918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  <a:latin typeface="Consolas"/>
                <a:cs typeface="Consolas"/>
                <a:ea typeface="Consolas"/>
              </a:rPr>
              <a:t>Settings
 └── Languages &amp; Frameworks
      └── Android SDK
           └── SDK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1155680" cy="73152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80" y="5994400"/>
            <a:ext cx="10952480" cy="629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Apply চাপলে কিছু কম্পোনেন্ট ডাউনলোড হবে — ইন্টারনেট কানেকশন রাখুন।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অ্যান্ড্রয়েড সেটআপ (২/৩)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লাইসেন্স একসেপ্ট ও এমুলেটর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লাইসেন্স একসেপ্ট: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4864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1859280"/>
            <a:ext cx="52832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doctor --android-licenses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→ প্রতিটি লাইসেন্সে y চাপুন → সব accepted হবে।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এমুলেটর তৈরি (Emulator Create):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530352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Device Manager (≡) → Create Device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“Pixel 6” সিলেক্ট করুন → Next।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System Image — Android 13/14 সিলেক্ট → Download → Next।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Finish ক্লিক করুন — এমুলেটর তৈরি হবে।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▶ (Run) চাপুন — এমুলেটর বুট হবে।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Android Studio খুলুন: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5486400" cy="502920"/>
          </a:xfrm>
          <a:prstGeom prst="rect">
            <a:avLst/>
          </a:prstGeom>
          <a:solidFill>
            <a:srgbClr val="FB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52120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Device Manager (≡) → Create 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669280"/>
            <a:ext cx="11155680" cy="82296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680" y="5720080"/>
            <a:ext cx="10952480" cy="721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✅ যাচাই: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যাচাই: flutter doctor চালান — “Android toolchain” সবুজ টিক (✓) দেখাবে।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উইন্ডোজ ডেস্কটপ সেটআপ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Visual Studio 2022 + C++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31520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visualstudio.microsoft.com-এ যান → “Visual Studio Community 2022” ডাউনলোড করুন।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ইনস্টলার চালান।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50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Workloads → “Desktop development with C++” নির্বাচন করুন।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Install ক্লিক করুন → ইনস্টল শেষ হওয়া পর্যন্ত অপেক্ষা করুন।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টার্মিনালে চালান: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73152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5105400"/>
            <a:ext cx="71120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config --enable-windows-desktop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3566160" cy="256032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Workload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148840"/>
            <a:ext cx="3017520" cy="14630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3017520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Desktop
development
with C++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52160"/>
            <a:ext cx="11155680" cy="77724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80" y="5902960"/>
            <a:ext cx="10952480" cy="675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⚠️ জরুরি: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C++ Workload ছাড়া Windows ডেস্কটপ অ্যাপ বিল্ড হবে না — এটি অবশ্যই চেক করুন।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macOS ডেস্কটপ সেটআপ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Xcode + CocoaPods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Mac App Store খুলুন → “Xcode” সার্চ করুন → Get / Install ক্লিক করুন (বড় ডাউনলোড)।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টার্মিনালে নিচের কমান্ডগুলো ধারাবাহিকভাবে চালান: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72800" cy="2194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2819400"/>
            <a:ext cx="10769600" cy="204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xcode-select --switch /Applications/Xcode.app/Contents/Developer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xcodebuild -runFirstLaunch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gem install cocoapods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config --enable-macos-desktop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xcodebuild প্রম্পটে পাসওয়ার্ড দিন; cocoapods ইনস্টল কিছুক্ষণ সময় নেয়।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1155680" cy="77724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680" y="5811520"/>
            <a:ext cx="10952480" cy="675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Xcode প্রায় ১২+ GB — ভালো ইন্টারনেট ও পর্যাপ্ত স্টোরেজ নিশ্চিত করুন।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iOS সেটআপ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সিমুলেটর ও ফিজিক্যাল ডিভাইস (macOS-এ)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iOS সিমুলেটর রান: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4864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1859280"/>
            <a:ext cx="52832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open -a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→ সিমুলেটর উইন্ডো খুলবে — রেডি।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ফিজিক্যাল ডিভাইস সেটআপ: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5303520" cy="3657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Xcode → Settings → Accounts → + → Apple ID যোগ করুন।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ios/Runner.xcworkspace ফাইলটি Xcode-এ খুলুন।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3.  </a:t>
            </a: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Runner target → Signing &amp; Capabilities → Team সিলেক্ট করুন।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4.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iPhone USB দিয়ে কানেক্ট → “Trust This Computer” → Allow।</a:t>
            </a:r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5. 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উপরে ডিভাইস সিলেক্ট করে ▶ Run চাপুন।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5486400" cy="23774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ফাইল পাথ: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EC9B0"/>
                </a:solidFill>
                <a:latin typeface="Consolas"/>
                <a:cs typeface="Consolas"/>
                <a:ea typeface="Consolas"/>
              </a:rPr>
              <a:t>ios/Runner.xcworkspace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  <a:latin typeface="Consolas"/>
                <a:cs typeface="Consolas"/>
                <a:ea typeface="Consolas"/>
              </a:rPr>
              <a:t>Runner → Signing &amp; Capabilities
  └── Team সিলেক্ট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60720"/>
            <a:ext cx="11155680" cy="77724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680" y="5811520"/>
            <a:ext cx="10952480" cy="675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C26A00"/>
                </a:solidFill>
                <a:latin typeface="Lohit Bengali"/>
                <a:cs typeface="Lohit Bengali"/>
                <a:ea typeface="Lohit Bengali"/>
              </a:rPr>
              <a:t>ℹ️ টিপস: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ফ্রি Apple ID দিয়ে ৭ দিনের সাইনিং হয়; App Store-এ পাবলিশ করতে Paid Account ($99/yr) লাগবে।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1.I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Linux ডেস্কটপ সেটআপ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কম্পাইলার টুলস + এনাবল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টার্মিনালে প্রয়োজনীয় কম্পাইলার টুলস ইনস্টল করুন: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2453640"/>
            <a:ext cx="10769600" cy="112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apt update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sudo apt install clang cmake ninja-build pkg-config \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libgtk-3-dev liblzma-dev build-essential -y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Linux ডেস্কটপ এনাবল করুন: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09728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680" y="4419600"/>
            <a:ext cx="10769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config --enable-linux-desktop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ইনস্টল হওয়া প্যাকেজসমূহ: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clang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cmake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ninja-build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pkg-config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libgtk-3-dev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liblzma-dev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5486400"/>
            <a:ext cx="155448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build-essential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পর্ব 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ফ্লাটার প্রজেক্ট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1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Flutter Project — 4 ধাপ (A থেকে 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2.A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প্রজেক্ট তৈরি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টার্মিনাল থেকে নতুন প্রজেক্ট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1.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টার্মিনাল / Command Prompt খুলুন।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2.  </a:t>
            </a: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নিচের কমান্ডগুলো ধারাবাহিকভাবে চালান: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2819400"/>
            <a:ext cx="107696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create my_app</a:t>
            </a:r>
          </a:p>
          <a:p>
            <a:pPr>
              <a:lnSpc>
                <a:spcPct val="110000"/>
              </a:lnSpc>
            </a:pPr>
            <a:r>
              <a:rPr sz="15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cd my_app</a:t>
            </a:r>
          </a:p>
          <a:p>
            <a:pPr>
              <a:lnSpc>
                <a:spcPct val="110000"/>
              </a:lnSpc>
            </a:pPr>
            <a:r>
              <a:rPr sz="15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→ flutter run ডিফল্ট ডিভাইসে অ্যাপ লঞ্চ করবে (এমুলেটর/Chrome/ডেস্কটপ)।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515600" cy="1280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💡 বিকল্প (VS Code থেকে):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Ctrl + Shift + P  →  “Flutter: New Project”  →  ফোল্ডার সিলেক্ট করুন  →  নাম দিন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2.B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ফাইল স্ট্রাকচার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প্রজেক্টের ভেতরের ফোল্ডার পরিচিতি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00" cy="4572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680" y="1630680"/>
            <a:ext cx="6654800" cy="44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my_app/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android/      # Android Native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ios/          # iOS Native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windows/      # Windows C++ Runner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macos/        # macOS Runner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linux/        # Linux C++ Runner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web/          # Web index.html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lib/          # মূল Dart Code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│   └── main.dart # এন্ট্রি পয়েন্ট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├── test/         # Testing Scripts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└── pubspec.yaml  # Packages/Assets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554480"/>
            <a:ext cx="4023360" cy="457200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691640"/>
            <a:ext cx="3657600" cy="4297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গুরুত্বপূর্ণ ফাইল: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lib/main.dart — অ্যাপের মূল এন্ট্রি পয়েন্ট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pubspec.yaml — প্যাকেজ, অ্যাসেট ও ফন্ট কনফিগ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android/ — Gradle, Manifest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ios/ — Info.plist, Podfile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web/ — index.html ও অ্যাসেট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test/ — টেস্টিং স্ক্রিপ্ট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2.C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অ্যাপ এন্ট্রি পয়েন্ট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lib/main.dart — main() থেকে শুরু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main() ফাংশন থেকে অ্যাপ চলা শুরু হয়; runApp() উইজেটকে স্ক্রিনে রেন্ডার করে।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1996440"/>
            <a:ext cx="10769600" cy="396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import 'package:flutter/material.dart';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void main() {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runApp(const MyApp()); // runApp উইজেটকে স্ক্রিনে রেন্ডার করে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class MyApp extends StatelessWidget {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const MyApp({super.key});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@override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Widget build(BuildContext context) {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return const MaterialApp(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home: Scaffold(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  body: Center(child: Text('App Started')),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),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);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}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2.D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উইজেট স্টেট লাইফসাইকেল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StatefulWidget-এর জীবনচক্র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457200" cy="10058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55448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5608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1. createState()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60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স্টেট অবজেক্ট ইনস্ট্যানশিয়েট করে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457200" cy="10058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9748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79908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2. initState()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একবার রান — API Call/Init-এর জায়গা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457200" cy="10058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4048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94208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3. didChangeDependencies()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60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initState পর + InheritedWidget পরিবর্তনে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83480"/>
            <a:ext cx="457200" cy="10058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498348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08508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4. build()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94960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UI ড্র করার জন্য বারবার কল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457200" cy="10058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55448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65608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5. didUpdateWidget()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965960"/>
            <a:ext cx="4663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প্যারেন্ট রি-রেন্ডার/কনফিগ পরিবর্তনে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97480"/>
            <a:ext cx="457200" cy="10058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269748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79908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6. setState()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108960"/>
            <a:ext cx="4663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ম্যানুয়ালি UI রি-রেন্ডার সংকেত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40480"/>
            <a:ext cx="457200" cy="10058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384048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394208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7. deactivate()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251960"/>
            <a:ext cx="4663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সাময়িকভাবে ট্রি থেকে বাদ পড়লে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83480"/>
            <a:ext cx="457200" cy="10058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498348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508508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8. dispose()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394960"/>
            <a:ext cx="4663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মেমোরি থেকে মুছে যাওয়ার সময় — Cancel এর জায়গা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যাচাই — flutter doctor চেকলিস্ট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170432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সব সেটআপ শেষে চালান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টার্মিনালে চালান: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48640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1859280"/>
            <a:ext cx="52832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doctor -v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→ সব আইটেমে সবুজ টিক (✓) থাকা চাই।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10972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3716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[✓] Flutter (Channel stable, version 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10972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54680"/>
            <a:ext cx="137160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[✓] Android toolchain — develop for Android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49040"/>
            <a:ext cx="10972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13716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[✓] Chrome — develop for the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10972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343400"/>
            <a:ext cx="137160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[✓] Android Studio / VS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13716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[✓] Connected device (emulator / Chrome / desktop)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532120"/>
            <a:ext cx="137160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38867"/>
                </a:solidFill>
                <a:latin typeface="Consolas"/>
                <a:cs typeface="Consolas"/>
                <a:ea typeface="Consolas"/>
              </a:rPr>
              <a:t>[✓] HTTP Host Availability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217920"/>
            <a:ext cx="11155680" cy="50292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680" y="6268720"/>
            <a:ext cx="10952480" cy="401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B00000"/>
                </a:solidFill>
                <a:latin typeface="Lohit Bengali"/>
                <a:cs typeface="Lohit Bengali"/>
                <a:ea typeface="Lohit Bengali"/>
              </a:rPr>
              <a:t>⚠️ বিঃদ্রঃ: </a:t>
            </a:r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যেকোনো আইটেমে ✗ বা ! থাকলে ওই সেটআপ ধাপটি আবার অনুসরণ করুন।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Flutter Environment Setup — Click-by-Click (Bangla)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46520"/>
            <a:ext cx="118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22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— সেটআপ সম্পূর্ণ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Happy Fluttering!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