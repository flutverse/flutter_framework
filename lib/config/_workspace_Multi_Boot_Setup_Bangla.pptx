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5156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Multi-Boot (Triple Boot)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5156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সম্পূর্ণ সেটআপ লেসন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5156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Windows 11  +  Linux Ubuntu 22.04  +  Bare-Metal macOS Sonoma (OpenCore Hackintosh)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E8F1FB"/>
                </a:solidFill>
                <a:latin typeface="Lohit Bengali"/>
                <a:cs typeface="Lohit Bengali"/>
                <a:ea typeface="Lohit Bengali"/>
              </a:rPr>
              <a:t>একটি একক NVMe/SSD তে  •  এরর সংশোধন সহ সম্পূর্ণ গাইড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023360"/>
            <a:ext cx="3200400" cy="54864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Windows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4023360"/>
            <a:ext cx="3200400" cy="548640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Ubuntu 22.04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4023360"/>
            <a:ext cx="3200400" cy="54864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macOS Sonoma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E8F1FB"/>
                </a:solidFill>
                <a:latin typeface="Lohit Bengali"/>
                <a:cs typeface="Lohit Bengali"/>
                <a:ea typeface="Lohit Bengali"/>
              </a:rPr>
              <a:t>শেয়ার্ড 1 GB ESP (FAT32)  •  OpenCore পিকার  •  OpenLinuxBoot.efi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E8F1FB"/>
                </a:solidFill>
                <a:latin typeface="Lohit Bengali"/>
                <a:cs typeface="Lohit Bengali"/>
                <a:ea typeface="Lohit Bengali"/>
              </a:rPr>
              <a:t>Bangla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সূচি — ট্রিপল বুট লেসন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4846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ভূমিকা ও প্রয়োজনীয়তা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১. পার্টিশন প্ল্যান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২. ইনস্টলেশন মিডিয়া ও ডিস্ক পার্টিশনিং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৩. BIOS/UEFI সেটিংস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৪. Windows 11 ইনস্টলেশন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৫. macOS Sonoma (OpenCore) ইনস্টল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৬. Linux Ubuntu ইনস্টলেশন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৭. OpenCore পোস্ট-ইনস্টল ও বুট কনসোলিডেশন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846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ফাইনাল মাল্টি-OS বুট প্রক্রিয়া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ট্রাবলশুটিং ও সাধারণ এরর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ফাইনাল ভেরিফিকেশন চেকলিস্ট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সংশোধন সারসংক্ষেপ: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ScanPolicy=0 যোগ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OpenLinuxBoot.efi (মডার্ন)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ESP 1GB (260MB নয়)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CFG Lock ক্যারিফিকেশন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Multi-Boot (Triple Boot) Setup — Bangla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ভূমিকা ও প্রয়োজনীয়তা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Introduction &amp;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6583680" cy="45720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Intel Comet Lake/Coffee Lake বা AMD Ryzen (2000+) CPU। AMD-র জন্য kernel patches।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macOS Sonoma সাপোর্টেড GPU (Intel UHD 630, AMD RX 6000/7000)। NVIDIA নয়।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একটি একক NVMe/SSD (ন্যূনতম 512GB, প্রস্তাবিত 1TB)।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4.  </a:t>
            </a: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দুটি USB (16GB+): macOS Recovery ও Ubuntu/Windows।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5.  </a:t>
            </a: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ইন্টারনেট (Ethernet প্রস্তাবিত, Recovery ডাউনলোডের জন্য)।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6.  </a:t>
            </a: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OpenCore USB তৈরির জন্য একটি কাজ করা macOS/Linux/Windows মেশিন।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212080"/>
            <a:ext cx="6583680" cy="1097280"/>
          </a:xfrm>
          <a:prstGeom prst="rect">
            <a:avLst/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680" y="5262880"/>
            <a:ext cx="6380480" cy="995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C0392B"/>
                </a:solidFill>
                <a:latin typeface="Lohit Bengali"/>
                <a:cs typeface="Lohit Bengali"/>
                <a:ea typeface="Lohit Bengali"/>
              </a:rPr>
              <a:t>⚠️ সতর্কতা: </a:t>
            </a:r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গাইড হার্ডওয়্যার স্পেসিফিক। Dortania Install Guide অনুযায়ী কম্পিটিবিলিটি চেক করুন। ভুল পার্টিশন নির্বাচন করলে সব ডেটা মুছে যেতে পারে — ব্যাকআপ বাধ্যতামূলক।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417320"/>
            <a:ext cx="4206240" cy="484632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508760"/>
            <a:ext cx="4023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ইনস্টল অর্ডার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057400"/>
            <a:ext cx="3931920" cy="411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1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① পার্টিশন প্ল্যান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② BIOS সেটিংস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③ Windows 11 → ESP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④ macOS Sonoma (OC)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⑤ Ubuntu → ESP grub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⑥ OpenCore কনসোলিড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⑦ ট্রিপল বুট প্রস্তুত!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Multi-Boot (Triple Boot) Setup — Bangla Edition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পার্টিশন প্ল্যান (Partition Plan)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Single NVMe/SSD — GPT — Shared ESP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4712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#</a:t>
                      </a:r>
                    </a:p>
                  </a:txBody>
                  <a:tcPr anchor="ctr" marL="76200" marR="50800" marT="25400" marB="25400">
                    <a:solidFill>
                      <a:srgbClr val="02579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পার্টিশন</a:t>
                      </a:r>
                    </a:p>
                  </a:txBody>
                  <a:tcPr anchor="ctr" marL="76200" marR="50800" marT="25400" marB="25400">
                    <a:solidFill>
                      <a:srgbClr val="02579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সাইজ</a:t>
                      </a:r>
                    </a:p>
                  </a:txBody>
                  <a:tcPr anchor="ctr" marL="76200" marR="50800" marT="25400" marB="25400">
                    <a:solidFill>
                      <a:srgbClr val="02579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FS</a:t>
                      </a:r>
                    </a:p>
                  </a:txBody>
                  <a:tcPr anchor="ctr" marL="76200" marR="50800" marT="25400" marB="25400">
                    <a:solidFill>
                      <a:srgbClr val="02579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উদ্দেশ্য</a:t>
                      </a:r>
                    </a:p>
                  </a:txBody>
                  <a:tcPr anchor="ctr" marL="76200" marR="50800" marT="25400" marB="25400">
                    <a:solidFill>
                      <a:srgbClr val="02579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1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EFI System Partition (ESP)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1 GB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FAT32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OpenCore + Windows BOOTX64 + Ubuntu grubx64 (শেয়ার্ড)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2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Windows 11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~180 GB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NTFS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Windows 11 OS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3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macOS Sonoma (APFS Container)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~180 GB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APFS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macOS Sonoma Hackintosh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4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Linux Ubuntu 22.04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~140 GB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ext4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Ubuntu root (/)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5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Linux Swap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8 GB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swap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Ubuntu swap partition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—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Free/Unallocated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বাকি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—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পরে ব্যবহারের জন্য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754880"/>
            <a:ext cx="5486400" cy="1463040"/>
          </a:xfrm>
          <a:prstGeom prst="rect">
            <a:avLst/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800" y="4805680"/>
            <a:ext cx="5283200" cy="136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C0392B"/>
                </a:solidFill>
                <a:latin typeface="Lohit Bengali"/>
                <a:cs typeface="Lohit Bengali"/>
                <a:ea typeface="Lohit Bengali"/>
              </a:rPr>
              <a:t>⚠️ সংশোধন: </a:t>
            </a:r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Microsoft 4K-সেক্টর NVMe-র জন্য ন্যূনতম 260MB বলে, কিন্তু ট্রিপল বুটে 1 GB নিরাপদ। 100MB পর্যাপ্ত নয় — সাধারণ এরর উৎস।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754880"/>
            <a:ext cx="5577840" cy="1463040"/>
          </a:xfrm>
          <a:prstGeom prst="rect">
            <a:avLst/>
          </a:prstGeom>
          <a:solidFill>
            <a:srgbClr val="FF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8080" y="4805680"/>
            <a:ext cx="5374640" cy="136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ℹ️ টিপস: </a:t>
            </a:r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macOS APFS কন্টেইনার নিজস্ব পার্টিশনে হবে — অন্য OS-র সাথে শেয়ার নয়। Windows নিজে MSR (128MB) ও Recovery অটো যোগ করবে।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Multi-Boot (Triple Boot) Setup — Bangla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স্টেপ ১ — ইনস্টলেশন মিডিয়া তৈরি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macOS Recovery + Ubuntu/Windows ISO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4864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macOS Recovery USB (macrecovery.py)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486400" cy="1554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Python সহ macOS/Linux/Windows মেশিন নিন।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OpenCorePkg → Tools/macrecovery ডাউনলোড।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Sonoma Recovery ডাউনলোড (BaseSystem.dmg)।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4.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FAT32 USB-তে com.apple.recovery.boot ফোল্ডারে কপি।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20440"/>
            <a:ext cx="5486400" cy="14173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1680" y="3583940"/>
            <a:ext cx="5283200" cy="129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0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git clone https://github.com/acidanthera/OpenCorePkg.git</a:t>
            </a:r>
          </a:p>
          <a:p>
            <a:pPr>
              <a:lnSpc>
                <a:spcPct val="108000"/>
              </a:lnSpc>
            </a:pPr>
            <a:r>
              <a:rPr sz="10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cd OpenCorePkg/Tools/macrecovery</a:t>
            </a:r>
          </a:p>
          <a:p>
            <a:pPr>
              <a:lnSpc>
                <a:spcPct val="108000"/>
              </a:lnSpc>
            </a:pPr>
            <a:r>
              <a:rPr sz="10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python3 macrecovery.py -b Mac-7BA5B2D9E42DDD94 \</a:t>
            </a:r>
          </a:p>
          <a:p>
            <a:pPr>
              <a:lnSpc>
                <a:spcPct val="108000"/>
              </a:lnSpc>
            </a:pPr>
            <a:r>
              <a:rPr sz="10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-m 00000000000000000 download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20640"/>
            <a:ext cx="5486400" cy="1143000"/>
          </a:xfrm>
          <a:prstGeom prst="rect">
            <a:avLst/>
          </a:prstGeom>
          <a:solidFill>
            <a:srgbClr val="FF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1680" y="5171440"/>
            <a:ext cx="5283200" cy="1041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ℹ️ টিপস: </a:t>
            </a:r>
            <a:r>
              <a:rPr sz="11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Mac-7BA5B2D9E42DDD94 = Sonoma BaseBoard Product ID। ~15-20GB ডাউনলোড।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325880"/>
            <a:ext cx="53035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Ubuntu ও Windows ISO (Rufus)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5303520" cy="21031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Ubuntu 22.04 LTS ISO → ubuntu.com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Windows 11 ISO → microsoft.com (Media Creation Tool)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Rufus: GPT / UEFI / FAT32 → Ubuntu ISO → Start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4.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Windows ISO → GPT/UEFI অথবা Ventoy (বহু ISO)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4023360"/>
            <a:ext cx="5303520" cy="137160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6680" y="4074160"/>
            <a:ext cx="5100320" cy="12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✅ সেটিংস: </a:t>
            </a:r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Rufus সেটিংস: Partition scheme = GPT, Target system = UEFI (non-CSM), File system = FAT32। এটিই সব ইনস্টলারের জন্য সঠিক।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Multi-Boot (Triple Boot) Setup — Bangla Edition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স্টেপ ১ — ডিস্ক পার্টিশনিং (diskpart)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Windows ইনস্টলার → Shift+F10 → Command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পুরো ডিস্ক আগেই পার্টিশন করে নিন — পরে macOS/Linux শুধু নির্দিষ্ট পার্টিশন ফরম্যাট করবে।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10881360" cy="33832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680" y="1892300"/>
            <a:ext cx="10678160" cy="325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diskpart</a:t>
            </a:r>
          </a:p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list disk</a:t>
            </a:r>
          </a:p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select disk 0          # সাইজ দেখে নিশ্চিত হন</a:t>
            </a:r>
          </a:p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clean                  # সতর্কতা: পুরো ডিস্ক মুছে যাবে!</a:t>
            </a:r>
          </a:p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convert gpt</a:t>
            </a:r>
          </a:p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create partition efi size=1024          # 1 GB EFI System Partition</a:t>
            </a:r>
          </a:p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format quick fs=fat32 label="EFI"</a:t>
            </a:r>
          </a:p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assign letter=S</a:t>
            </a:r>
          </a:p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create partition primary size=184320    # ~180 GB Windows</a:t>
            </a:r>
          </a:p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format quick fs=ntfs label="Windows"</a:t>
            </a:r>
          </a:p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assign letter=W</a:t>
            </a:r>
          </a:p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create partition primary size=184320    # ~180 GB macOS (পরে APFS)</a:t>
            </a:r>
          </a:p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assign letter=M</a:t>
            </a:r>
          </a:p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create partition primary size=143360    # ~140 GB Ubuntu root</a:t>
            </a:r>
          </a:p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assign letter=U</a:t>
            </a:r>
          </a:p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create partition primary size=8192      # 8 GB swap</a:t>
            </a:r>
          </a:p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exit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349240"/>
            <a:ext cx="5394960" cy="960120"/>
          </a:xfrm>
          <a:prstGeom prst="rect">
            <a:avLst/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1680" y="5400040"/>
            <a:ext cx="5191760" cy="858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C0392B"/>
                </a:solidFill>
                <a:latin typeface="Lohit Bengali"/>
                <a:cs typeface="Lohit Bengali"/>
                <a:ea typeface="Lohit Bengali"/>
              </a:rPr>
              <a:t>⚠️ সতর্কতা: </a:t>
            </a:r>
            <a:r>
              <a:rPr sz="11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size মান মেগাবাইটে। 184320 MB = 180 GB। list disk দিয়ে সাইজ ভালো করে দেখে নিন।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5349240"/>
            <a:ext cx="5349240" cy="960120"/>
          </a:xfrm>
          <a:prstGeom prst="rect">
            <a:avLst/>
          </a:prstGeom>
          <a:solidFill>
            <a:srgbClr val="FF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3800" y="5400040"/>
            <a:ext cx="5146040" cy="858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ℹ️ টিপস: </a:t>
            </a:r>
            <a:r>
              <a:rPr sz="11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macOS (M:) এখনও ফরম্যাট করবেন না — macOS Recovery থেকে APFS হবে। Ubuntu (U:) ও swap Ubuntu ইনস্টলারে।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Multi-Boot (Triple Boot) Setup — Bangla Edition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স্টেপ ২ — BIOS/UEFI সেটিংস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macOS Sonoma ও OpenCore-র জন্য অত্যন্ত গুরুত্বপূর্ণ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40680" cy="4297680"/>
          </a:xfrm>
          <a:prstGeom prst="rect">
            <a:avLst/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5120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Lohit Bengali"/>
                <a:cs typeface="Lohit Bengali"/>
                <a:ea typeface="Lohit Bengali"/>
              </a:rPr>
              <a:t>Disable / 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3657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Fast Boot — Disable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Secure Boot — Disable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CFG Lock — Disable (বা MSR 0xE2 unlock)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Intel SGX — Disable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TPM / PTT — Disable (পরে চালু করা যায়)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VT-d — Disable (DisableIoMapper সহ)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CSM / Legacy — Disable (UEFI only)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Thunderbolt/Serial — Disable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5440680" cy="429768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63040"/>
            <a:ext cx="5120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Enable / 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5029200" cy="3657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Above 4G Decoding — Enable (আবশ্যক)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Hyper-Threading — Enable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XHCI Hand-off — Enable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SATA Mode — AHCI (RAID নয়)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DVMT Pre-Allocated — 64MB+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Boot Mode — UEFI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240" y="5857240"/>
            <a:ext cx="10861040" cy="538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C0392B"/>
                </a:solidFill>
                <a:latin typeface="Lohit Bengali"/>
                <a:cs typeface="Lohit Bengali"/>
                <a:ea typeface="Lohit Bengali"/>
              </a:rPr>
              <a:t>⚠️ সংশোধন: </a:t>
            </a:r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CFG Lock সংশোধন: BIOS UI-তে না থাকলে MSR 0xE2 unlock করুন অথবা config.plist Booter → AppleXcpmCfgLock=True রাখুন। Above 4G Decoding ছাড়া AMD GPU-তে gIOControl panic।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Multi-Boot (Triple Boot) Setup — Bangla Edition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স্টেপ ৩ — Windows 11 ইনস্টলেশন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Windows নিজে ESP-তে \EFI\Microsoft\Boot\ তৈরি করে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1148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Windows 11 USB দিয়ে বুট করুন।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40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ইনস্টলারে 'Custom: Install Windows only (advanced)' নির্বাচন করুন।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40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'Where to install' স্ক্রিনে 180GB NTFS 'Windows' পার্টিশন (Drive W) নির্বাচন → Next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4.  </a:t>
            </a: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Windows নিজে EFI/MSR/Recovery পার্টিশন দেখলে মুছবেন না — আমাদের ESP আগে থেকেই আছে।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5.  </a:t>
            </a: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ইনস্টলেশন শেষে Windows বুট হবে; OOBE সম্পূর্ণ করুন (অ্যাকাউন্ট, ভাষা, সময়)।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6.  </a:t>
            </a: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Device Manager খুলে যন্ত্রপাতি ঠিকঠাক চিনছে কিনা দেখুন।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440680"/>
            <a:ext cx="10972800" cy="914400"/>
          </a:xfrm>
          <a:prstGeom prst="rect">
            <a:avLst/>
          </a:prstGeom>
          <a:solidFill>
            <a:srgbClr val="FF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680" y="5491480"/>
            <a:ext cx="10769600" cy="812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ℹ️ টিপস: </a:t>
            </a:r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Windows 11 OOBE ইন্টারনেট বাধ্য হলে: Shift+F10 → taskmgr → 'Network Connection Flow' End Task করে লোকাল অ্যাকাউন্ট বানান। TPM/Secure Boot পরে চালু করা যায় — macOS বুটে আবার Disable।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Multi-Boot (Triple Boot) Setup — Bangla 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স্টেপ ৪.ক — OpenCore EFI তৈরি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Dortania Install Guide অনুযায়ী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EFI ফোল্ডারে প্রয়োজনীয় ফাইল (হার্ডওয়্যার ভেদে):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94960" cy="402336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51206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77440"/>
            <a:ext cx="5029200" cy="3383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OpenCore.efi, BOOTx64.efi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OpenRuntime.efi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OpenHfsPlus.efi (HfsPlus.efi)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1" i="0">
                <a:solidFill>
                  <a:srgbClr val="C0392B"/>
                </a:solidFill>
                <a:latin typeface="Lohit Bengali"/>
                <a:cs typeface="Lohit Bengali"/>
                <a:ea typeface="Lohit Bengali"/>
              </a:rPr>
              <a:t>• OpenLinuxBoot.efi  ← নতুন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1" i="0">
                <a:solidFill>
                  <a:srgbClr val="C0392B"/>
                </a:solidFill>
                <a:latin typeface="Lohit Bengali"/>
                <a:cs typeface="Lohit Bengali"/>
                <a:ea typeface="Lohit Bengali"/>
              </a:rPr>
              <a:t>• ext4_x64.efi  ← নতুন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828800"/>
            <a:ext cx="5394960" cy="402336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920240"/>
            <a:ext cx="51206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Kexts / ACPI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5029200" cy="3383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Lilu.kext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VirtualSMC.kext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WhateverGreen.kext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AppleALC.kext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Network: RealtekRTL8111 / IntelMausi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AMD: kernel patches (SMCAmd)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ACPI: SSDT-EC, SSDT-PLUG, SSDT-AWAC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943600"/>
            <a:ext cx="10972800" cy="502920"/>
          </a:xfrm>
          <a:prstGeom prst="rect">
            <a:avLst/>
          </a:prstGeom>
          <a:solidFill>
            <a:srgbClr val="FF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680" y="5994400"/>
            <a:ext cx="10769600" cy="401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ℹ️ টিপস: </a:t>
            </a:r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ProperTree → File → OC Snapshot দিয়ে EFI ফোল্ডার স্ক্যান করুন — config.plist স্বয়ংক্রিয়ভাবে আপডেট হবে।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Multi-Boot (Triple Boot) Setup — Bangla Edition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স্টেপ ৪.খ — config.plist প্রয়োজনীয় কী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ট্রিপল বুটের জন্য সঠিক মান (সংশোধিত)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280160"/>
          <a:ext cx="11384280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94760"/>
                <a:gridCol w="3794760"/>
                <a:gridCol w="379476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Section → Key</a:t>
                      </a:r>
                    </a:p>
                  </a:txBody>
                  <a:tcPr anchor="ctr" marL="76200" marR="50800" marT="25400" marB="25400">
                    <a:solidFill>
                      <a:srgbClr val="13886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মান</a:t>
                      </a:r>
                    </a:p>
                  </a:txBody>
                  <a:tcPr anchor="ctr" marL="76200" marR="50800" marT="25400" marB="25400">
                    <a:solidFill>
                      <a:srgbClr val="13886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কেন দরকার</a:t>
                      </a:r>
                    </a:p>
                  </a:txBody>
                  <a:tcPr anchor="ctr" marL="76200" marR="50800" marT="25400" marB="25400">
                    <a:solidFill>
                      <a:srgbClr val="13886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Misc → Boot → ShowPicker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True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OS পিকার দেখায় যাতে তিন OS বাছাই করা যায়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Misc → Boot → HideAuxiliary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True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পুরোনো kernel লুকায়; Space চাপলে দেখায়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Misc → Security → ScanPolicy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0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0 = সব ডিস্ক/OS স্ক্যান (ট্রিপল বুটে আবশ্যক)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Misc → Security → SecureBootModel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Default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Sonoma-তে Default; পুরোনো Mac-এ x86legacy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UEFI → Quirks → DisableIoMapper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True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Linux সাথে মানানসই; VT-d Disable না হলেও কাজ দেয়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UEFI → Drivers → OpenLinuxBoot.efi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যোগ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Linux অটো-ডিটেকশন (Dortania Method A)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UEFI → Drivers → ext4_x64.efi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যোগ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ext4 পার্টিশন পড়ার জন্য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Booter → AppleXcpmCfgLock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True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CFG Lock আনলক না হলে ফলব্যাক</a:t>
                      </a:r>
                    </a:p>
                  </a:txBody>
                  <a:tcPr anchor="ctr" marL="76200" marR="50800" marT="25400" marB="25400">
                    <a:solidFill>
                      <a:srgbClr val="E8F1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NVRAM → boot-args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-v debug=0x100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Lohit Bengali"/>
                          <a:cs typeface="Lohit Bengali"/>
                          <a:ea typeface="Lohit Bengali"/>
                        </a:rPr>
                        <a:t>ইনস্টল ডিবাগ; সফল হলে সরিয়ে দিন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5806440"/>
            <a:ext cx="5486400" cy="640080"/>
          </a:xfrm>
          <a:prstGeom prst="rect">
            <a:avLst/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080" y="5857240"/>
            <a:ext cx="5283200" cy="538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C0392B"/>
                </a:solidFill>
                <a:latin typeface="Lohit Bengali"/>
                <a:cs typeface="Lohit Bengali"/>
                <a:ea typeface="Lohit Bengali"/>
              </a:rPr>
              <a:t>⚠️ সংশোধন: </a:t>
            </a:r>
            <a:r>
              <a:rPr sz="11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ScanPolicy=0 না হলে OpenCore Windows/Linux খুঁজবে না — মূল গাইডে এটি বাদ ছিল।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5806440"/>
            <a:ext cx="5760720" cy="64008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6640" y="5857240"/>
            <a:ext cx="5557520" cy="538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✅ সংশোধন: </a:t>
            </a:r>
            <a:r>
              <a:rPr sz="11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OpenLinuxBoot.efi আধুনিক পদ্ধতি — হাতে গ্রাব চেইনলোড আর লাগে না।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Multi-Boot (Triple Boot) Setup — Bangla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স্টেপ ৪.গ — SMBIOS তৈরি (GenSMBIOS)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Sonoma-র জন্য সঠিক মডেল নির্বাচন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486400" cy="20116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GenSMBIOS ডাউনলোড: corpnewt/GenSMBIOS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GenSMBIOS.bat (Win) বা ./GenSMBIOS.command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Sonoma-র সঠিক SMBIOS নির্বাচন: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4.  </a:t>
            </a: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config.plist → PlatformInfo → Generic-এ মান বসান।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20440"/>
            <a:ext cx="5486400" cy="17373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680" y="3583940"/>
            <a:ext cx="5283200" cy="161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0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git clone https://github.com/corpnewt/GenSMBIOS.git</a:t>
            </a:r>
          </a:p>
          <a:p>
            <a:pPr>
              <a:lnSpc>
                <a:spcPct val="108000"/>
              </a:lnSpc>
            </a:pPr>
            <a:r>
              <a:rPr sz="10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cd GenSMBIOS</a:t>
            </a:r>
          </a:p>
          <a:p>
            <a:pPr>
              <a:lnSpc>
                <a:spcPct val="108000"/>
              </a:lnSpc>
            </a:pPr>
            <a:r>
              <a:rPr sz="10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# Windows:  GenSMBIOS.bat</a:t>
            </a:r>
          </a:p>
          <a:p>
            <a:pPr>
              <a:lnSpc>
                <a:spcPct val="108000"/>
              </a:lnSpc>
            </a:pPr>
            <a:r>
              <a:rPr sz="10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# macOS/Linux:  ./GenSMBIOS.command</a:t>
            </a:r>
          </a:p>
          <a:p>
            <a:pPr>
              <a:lnSpc>
                <a:spcPct val="108000"/>
              </a:lnSpc>
            </a:pPr>
            <a:r>
              <a:rPr sz="10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# প্রম্পটে: 1. Generate New SMBIOS</a:t>
            </a:r>
          </a:p>
          <a:p>
            <a:pPr>
              <a:lnSpc>
                <a:spcPct val="108000"/>
              </a:lnSpc>
            </a:pPr>
            <a:r>
              <a:rPr sz="10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#          2. Type: iMacPro1,1</a:t>
            </a:r>
          </a:p>
          <a:p>
            <a:pPr>
              <a:lnSpc>
                <a:spcPct val="108000"/>
              </a:lnSpc>
            </a:pPr>
            <a:r>
              <a:rPr sz="10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# আউটপুট: Serial, Board Serial, SmUUID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212080" cy="3931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SMBIOS মডেল গাইড: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Comet Lake iGPU → iMac20,1/20,2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Coffee Lake + dGPU → iMacPro1,1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AMD Ryzen → iMacPro1,1 (+AMD patch)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Sonoma unsupported পুরোনো Mac → OCLP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8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/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config.plist → PlatformInfo: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SystemProductName = iMacPro1,1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SystemSerialNumber = GenSMBIOS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MLB = Board Serial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SystemUUID = SmUUID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486400"/>
            <a:ext cx="10972800" cy="822960"/>
          </a:xfrm>
          <a:prstGeom prst="rect">
            <a:avLst/>
          </a:prstGeom>
          <a:solidFill>
            <a:srgbClr val="FF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1680" y="5537200"/>
            <a:ext cx="10769600" cy="721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ℹ️ টিপস: </a:t>
            </a:r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সিরিয়াল ব্যবহৃত নয় কিনা checkcoverage.apple.com-এ যাচাই করুন — 'invalid' আসলে ঠিক আছে (অর্থাৎ কেউ ব্যবহার করছে না)।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Multi-Boot (Triple Boot) Setup — Bangla Edition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স্টেপ ৪.ঘ — macOS Sonoma ইনস্টলেশন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Recovery থেকে APFS কন্টেইনার ও ইনস্টল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macOS Recovery USB (OpenCore EFI সহ) দিয়ে বুট → OC পিকারে 'macOS Recovery' নির্বাচন।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3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Recovery-তে Disk Utility খুলুন → View → Show All Devices → 180GB পার্টিশন নির্বাচন → Erase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3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Name: macOS, Format: APFS, Scheme: GUID Partition Map → Erase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4.  </a:t>
            </a: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'Install macOS Sonoma' খুলুন → ডিস্ক হিসেবে 'macOS' নির্বাচন।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5.  </a:t>
            </a: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ইনস্টলেশন কয়েকবার রিবুট হবে — প্রতিবার OC পিকারে 'macOS Installer' নির্বাচন করুন।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6.  </a:t>
            </a: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ইনস্টলেশন শেষে macOS Sonoma সেটআপ + প্রথম অ্যাউন্ট তৈরি করুন।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solidFill>
            <a:srgbClr val="FF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680" y="5262880"/>
            <a:ext cx="10769600" cy="995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ℹ️ Sonoma নোট: </a:t>
            </a:r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Sonoma নোট: Sonoma 2017-এর আগের আসল Mac সাপোর্ট করে না — সেক্ষেত্রে OpenCore Legacy Patcher (OCLP) লাগে। Hackintosh-এ iMacPro1,1/iMac20,1 SMBIOS দিলে সরাসরি চলে, OCLP লাগে না। প্যানিক হলে -v keepsyms=1 debug=0x100 দিয়ে লগ পড়ুন।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Multi-Boot (Triple Boot) Setup — Bangla 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স্টেপ ৫ — Linux Ubuntu 22.04 ইনস্টল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Something else (manual) — বিদ্যমান ESP ব্যবহার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9319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Ubuntu USB দিয়ে বুট → 'Try or Install Ubuntu' নির্বাচন।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3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ইনস্টলারে 'Something else' (manual partitioning) নির্বাচন করুন।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3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140GB পার্টিশন (U:) নির্বাচন → Use as: Ext4, Mount point: / → OK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4.  </a:t>
            </a:r>
            <a:r>
              <a:rPr sz="13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8GB পার্টিশন → Use as: swap area → OK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5.  </a:t>
            </a: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'Device for boot loader installation' — পুরো ডিস্ক (/dev/nvme0n1) নির্বাচন, পার্টিশন নয়।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6.  </a:t>
            </a: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'Install Now' → চেঞ্জ কনফার্ম → ইনস্টলেশন শেষ পর্যন্ত অপেক্ষা → Restart।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486400"/>
            <a:ext cx="10972800" cy="82296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680" y="5537200"/>
            <a:ext cx="10769600" cy="721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✅ সংশোধন: </a:t>
            </a:r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সংশোধন: বুটলোডার ডিভাইস হিসেবে পুরো ডিস্ক দিলে Ubuntu স্বয়ং বিদ্যমান ESP-তে \EFI\ubuntu\grubx64.efi লেখে — নতুন ESP বানায় না। OpenLinuxBoot.efi চালু থাকলে Ubuntu অটো OC পিকারে দেখা যাবে।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Multi-Boot (Triple Boot) Setup — Bangla 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স্টেপ ৬.ক — OpenCore পোস্ট-ইনস্টল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macOS থেকে EFI মাউন্ট ও config যাচাই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4864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macOS থেকে ESP মাউন্ট: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486400" cy="2194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680" y="1846580"/>
            <a:ext cx="5283200" cy="206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0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# MountEFI স্ক্রিপ্ট:</a:t>
            </a:r>
          </a:p>
          <a:p>
            <a:pPr>
              <a:lnSpc>
                <a:spcPct val="108000"/>
              </a:lnSpc>
            </a:pPr>
            <a:r>
              <a:rPr sz="10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git clone https://github.com/corpnewt/MountEFI.git</a:t>
            </a:r>
          </a:p>
          <a:p>
            <a:pPr>
              <a:lnSpc>
                <a:spcPct val="108000"/>
              </a:lnSpc>
            </a:pPr>
            <a:r>
              <a:rPr sz="10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cd MountEFI &amp;&amp; ./MountEFI.command</a:t>
            </a:r>
          </a:p>
          <a:p>
            <a:pPr>
              <a:lnSpc>
                <a:spcPct val="108000"/>
              </a:lnSpc>
            </a:pPr>
            <a:r>
              <a:rPr sz="10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</a:t>
            </a:r>
          </a:p>
          <a:p>
            <a:pPr>
              <a:lnSpc>
                <a:spcPct val="108000"/>
              </a:lnSpc>
            </a:pPr>
            <a:r>
              <a:rPr sz="10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# অথবা সরাসরি:</a:t>
            </a:r>
          </a:p>
          <a:p>
            <a:pPr>
              <a:lnSpc>
                <a:spcPct val="108000"/>
              </a:lnSpc>
            </a:pPr>
            <a:r>
              <a:rPr sz="10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diskutil list          # EFI identifier (disk0s1)</a:t>
            </a:r>
          </a:p>
          <a:p>
            <a:pPr>
              <a:lnSpc>
                <a:spcPct val="108000"/>
              </a:lnSpc>
            </a:pPr>
            <a:r>
              <a:rPr sz="10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sudo diskutil mount disk0s1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5486400" cy="21031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/Volumes/EFI/EFI/OC/ যাচাই করুন।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4.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config.plist: ShowPicker, ScanPolicy=0, OpenLinuxBoot.efi, HideAuxiliary নিশ্চিত।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5.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boot-args থেকে -v debug সরান।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325880"/>
            <a:ext cx="53035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ডিফল্ট OS ও Timeout: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5303520" cy="2743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OC পিকারে ডিফল্ট রাখতে চান সেটি হাইলাইট।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Ctrl + Enter — ডিফল্ট হয়ে যায় (বুলেট আসে)।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Timeout: config.plist → Misc → Boot → Timeout (যেমন 5; 0 = সবসময়)।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4572000"/>
            <a:ext cx="5303520" cy="164592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6680" y="4622800"/>
            <a:ext cx="5100320" cy="154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💡 বুট অর্ডার: </a:t>
            </a:r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LauncherOption = Full রাখলে OpenCore নিজে নিজেকে UEFI বুট এন্ট্রিতে পুনরায় রেজিস্টার করে — Windows আপডেটে বুট অর্ডার নষ্ট হলেও ঠিক হয়ে যায়।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Multi-Boot (Triple Boot) Setup — Bangla Edition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স্টেপ ৬.খ — Linux না দেখালে efibootmgr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Ubuntu যদি OC পিকারে অটো না আসে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16459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Ubuntu-তে বুট (UEFI Boot Menu থেকে)।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efibootmgr ইনস্টল: sudo apt install -y efibootmgr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lsblk ও blkid দিয়ে ESP খুঁজুন।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4.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efibootmgr দিয়ে এন্ট্রি যোগ করুন।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54680"/>
            <a:ext cx="5394960" cy="18288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680" y="3218180"/>
            <a:ext cx="5191760" cy="170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sudo blkid | grep vfat   # ESP (nvme0n1p1)</a:t>
            </a:r>
          </a:p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sudo efibootmgr -c -L "Ubuntu" \</a:t>
            </a:r>
          </a:p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-l "\\EFI\\ubuntu\\grubx64.efi" \</a:t>
            </a:r>
          </a:p>
          <a:p>
            <a:pPr>
              <a:lnSpc>
                <a:spcPct val="108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-d "/dev/nvme0n1" -p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20640"/>
            <a:ext cx="5394960" cy="1143000"/>
          </a:xfrm>
          <a:prstGeom prst="rect">
            <a:avLst/>
          </a:prstGeom>
          <a:solidFill>
            <a:srgbClr val="FF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1680" y="5171440"/>
            <a:ext cx="5191760" cy="1041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ℹ️ টিপস: </a:t>
            </a:r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-d ডিস্ক পাথ, -p ESP পার্টিশন নম্বর (আমাদের 1), -l বুটলোডার পাথ (Windows ব্যাকস্ল্যাশ)।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5440680" cy="48463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08760"/>
            <a:ext cx="51206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OpenLinuxBoot.efi আধুনিক পদ্ধতি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5029200" cy="411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Dortania Method A: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OpenLinuxBoot.efi + ext4_x64.efi Drivers-এ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RequestBootVarRouting = True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LauncherOption enable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HideAuxiliary = True (Space দিয়ে kernel দেখুন)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/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ফলাফল: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Ubuntu অটো OC পিকারে দেখা যায়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গ্রাব চেইনলোড আর লাগে না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efibootmgr শুধু 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Multi-Boot (Triple Boot) Setup — Bangla Edition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ফাইনাল মাল্টি-OS বুট প্রক্রিয়া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তিন OS একই ESP শেয়ার করে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2062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মেশিন চালু → UEFI 1GB ESP থেকে \EFI\BOOT\BOOTx64.efi (OpenCore) লোড করে।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OpenCore পিকার আসে → macOS Sonoma, Windows, Ubuntu — তিনটি দেখায়।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ডিফল্ট OS Ctrl+Enter দিয়ে সেট; Timeout শেষে সেটাই বুট, অন্যের জন্য তীর কী।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4.  </a:t>
            </a: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macOS → OpenCore OpenRuntime ইনজেক্ট → APFS কন্টেইনার থেকে kernel লোড।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5.  </a:t>
            </a: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Windows → OpenCore \EFI\Microsoft\Boot\bootmgfw.efi চেইনলোড → Windows Boot Manager।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6.  </a:t>
            </a: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Ubuntu → OpenLinuxBoot.efi স্বয়ং \EFI\ubuntu\grubx64.efi খুঁজে → GRUB → kernel।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7.  </a:t>
            </a: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Space চাপলে HideAuxiliary (Recovery, Reset NVRAM, OpenShell, পুরোনো kernel) দেখায়।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760720"/>
            <a:ext cx="10972800" cy="59436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680" y="5811520"/>
            <a:ext cx="10769600" cy="492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💡 বুট অর্ডার: </a:t>
            </a:r>
            <a:r>
              <a:rPr sz="11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তিন OS-ই একই ESP শেয়ার করে — কেউ কারো বুট ফাইল মুছবে না (Recovery/Update না করলে)। Windows বড় আপডেট বুট অর্ডার নষ্ট করলে BIOS-এ আবার OpenCore-কে প্রথম বুট করুন।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Multi-Boot (Triple Boot) Setup — Bangla 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ট্রাবলশুটিং — সাধারণ এরর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Troubleshooting &amp; Common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486400" cy="4754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50" b="1" i="0">
                <a:solidFill>
                  <a:srgbClr val="C0392B"/>
                </a:solidFill>
                <a:latin typeface="Lohit Bengali"/>
                <a:cs typeface="Lohit Bengali"/>
                <a:ea typeface="Lohit Bengali"/>
              </a:rPr>
              <a:t>① AppleXcpmCfgLock panic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→ CFG Lock আনলক বা quirk True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50" b="1" i="0">
                <a:solidFill>
                  <a:srgbClr val="C0392B"/>
                </a:solidFill>
                <a:latin typeface="Lohit Bengali"/>
                <a:cs typeface="Lohit Bengali"/>
                <a:ea typeface="Lohit Bengali"/>
              </a:rPr>
              <a:t>② Windows/Linux OC পিকারে নেই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→ ScanPolicy=0, DisableIoMapper=True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→ OpenLinuxBoot.efi + ext4_x64.efi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50" b="1" i="0">
                <a:solidFill>
                  <a:srgbClr val="C0392B"/>
                </a:solidFill>
                <a:latin typeface="Lohit Bengali"/>
                <a:cs typeface="Lohit Bengali"/>
                <a:ea typeface="Lohit Bengali"/>
              </a:rPr>
              <a:t>③ Disk Utility খালি (ডিস্ক নেই)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→ OpenHfsPlus.efi যোগ, GPT নিশ্চিত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50" b="1" i="0">
                <a:solidFill>
                  <a:srgbClr val="C0392B"/>
                </a:solidFill>
                <a:latin typeface="Lohit Bengali"/>
                <a:cs typeface="Lohit Bengali"/>
                <a:ea typeface="Lohit Bengali"/>
              </a:rPr>
              <a:t>④ AMD GPU black screen / gIOControl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→ Above 4G Decoding = Enable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417320"/>
            <a:ext cx="5303520" cy="4754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50" b="1" i="0">
                <a:solidFill>
                  <a:srgbClr val="C0392B"/>
                </a:solidFill>
                <a:latin typeface="Lohit Bengali"/>
                <a:cs typeface="Lohit Bengali"/>
                <a:ea typeface="Lohit Bengali"/>
              </a:rPr>
              <a:t>⑤ Sonoma 'Package integrity' fail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→ SecureBootModel=Default, Recovery পুনরায়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50" b="1" i="0">
                <a:solidFill>
                  <a:srgbClr val="C0392B"/>
                </a:solidFill>
                <a:latin typeface="Lohit Bengali"/>
                <a:cs typeface="Lohit Bengali"/>
                <a:ea typeface="Lohit Bengali"/>
              </a:rPr>
              <a:t>⑥ Windows আপডেটে OC পিকার আসছে না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→ BIOS প্রথম বুট BOOTx64.efi; LauncherOption=Full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50" b="1" i="0">
                <a:solidFill>
                  <a:srgbClr val="C0392B"/>
                </a:solidFill>
                <a:latin typeface="Lohit Bengali"/>
                <a:cs typeface="Lohit Bengali"/>
                <a:ea typeface="Lohit Bengali"/>
              </a:rPr>
              <a:t>⑦ GRUB এলে OC বাইপাস হয়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→ efibootmgr -o দিয়ে OC প্রথম অর্ডারে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/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প্যানিক ডিবাগ: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boot-args: -v keepsyms=1 debug=0x100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Multi-Boot (Triple Boot) Setup — Bangla Edition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8686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১০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ফাইনাল ভেরিফিকেশন চেকলিস্ট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Verification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36576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OC পিকারে macOS Sonoma, Windows 11, Ubuntu — তিনটিই দেখা যাচ্ছে।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macOS: iServices (iCloud/App Store) কাজ করছে (সিরিয়াল ভ্যালিড)।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Windows 11: Device Manager হলুদ এক্সক্লেমেশন নেই।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4.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Ubuntu 22.04: নেটওয়ার্ক ও ডিসপ্লে ঠিকঠাক।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5.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ESP 1GB FAT32 — OC EFI + Windows BOOT + Ubuntu grubx64 একসাথে।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6.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config.plist: ScanPolicy=0, ShowPicker, HideAuxiliary, SecureBootModel=Default, DisableIoMapper, OpenLinuxBoot.efi।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7.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BIOS: Secure Boot Off, Above 4G On, AHCI On, CSM Off, CFG Lock Disable।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8.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বুট অর্ডার: OpenCore BOOTx64.efi প্রথম; Ctrl+Enter দিয়ে ডিফল্ট OS।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532120"/>
            <a:ext cx="10972800" cy="77724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680" y="5582920"/>
            <a:ext cx="10769600" cy="675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🎉 সম্পন্ন: </a:t>
            </a:r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🎉 সব চেক সফল হলে আপনার ট্রিপল বুট মেশিন প্রস্তুত! macOS বড় আপডেটের আগে EFI ব্যাকআপ রাখুন, এবং Dortania changelog অনুযায়ী OpenCore/kext হালনাগাদ করুন।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Multi-Boot (Triple Boot) Setup — Bangla 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